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AS4545  |  Undergraduate Research Project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9659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Self-Sensing GFRP / CNT Composites under Flexural Loading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Forecasting from Electrical Resistance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Kumar  (AE22B048)
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David Kumar
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Aerospace Engineering, IIT Madras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553212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report:  github.com/PriyanshuKumar9798/self-sensing-gfrp-cnt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54480"/>
            <a:ext cx="6675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Composites carry load in critical structures such as aircraft panels and wind-turbine blades.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usually begins inside the material, as micro-cracks, where it is invisible.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it means taking the structure out of service for inspection, which is slow and costly.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self-sensing material would report its own condition electrically, while still in use.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173736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F3F5FA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201168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“Damage starts where you cannot see it. We want the material to tell us before it breaks.”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mechanism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5448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glass fibres do not conduct; the carbon nanotubes (CNTs) form a conducting network in the matrix.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widens nanometre tunnelling gaps and micro-cracks sever paths, so resistance rises.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is exponentially sensitive, so even tiny early damage can show up.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therefore reports on the matrix, exactly where damage starts.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554480"/>
            <a:ext cx="53949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737360"/>
            <a:ext cx="99971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Predict, from the resistance signal alone, how close a bar is to breaking, and raise an early-warning alarm, on bars the model has never seen.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365760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4480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remaining deflection to failure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365760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09160" y="4480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calibrated alarm before failure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365760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38160" y="4480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new, unseen bar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 and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0876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nominally identical bars (S1 to S4) bent to failure in three-point bending.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 testing machine recorded load and deflection; a Keithley source-meter recorded resistance.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sampled at about 12 Hz and aligned on a common time base.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is used as the fractional change ΔR/R₀.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14800"/>
          <a:ext cx="9143771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051560"/>
                <a:gridCol w="1325880"/>
                <a:gridCol w="118872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R₀ (MΩ)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load (kN)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D_peak (mm)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(mm/s)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417320"/>
            <a:ext cx="5166360" cy="4937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Resistance response: three regimes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5448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Steep early rise: most of the change in the first 10 to 20 percent of the test.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 Saturation: a plateau through the middle while load keeps climbing.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 Features near failure: clear steps and jumps around the load peak.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Resistance-to-load correlation varies 0.16 to 0.89 between bars: no fixed mapping holds.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554480"/>
            <a:ext cx="566928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mitigations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97880" y="160020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7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four bars, so models overfit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6459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3F5FA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16459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Leave-one-bar-out testing, simple models first, and heavy data augmentation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7880" y="310896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7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rate and baseline resistance differ between bars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31546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3F5FA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31546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rate-invariant target (deflection to failure) and worked in ΔR/R₀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97880" y="461772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7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46177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intervals were over-confident (90% band covered only 61%)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46634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3F5FA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4663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conformal correction to restore valid coverage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73736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Signal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ΔR/R₀ on a 12 Hz grid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154680" y="173736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66160" y="173736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Features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causal features (past only)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173736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46520" y="173736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3 bars, tested on the 4th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15400" y="173736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326880" y="173736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Alarm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832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on the remaining deflection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1100297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to failure (the target):  </a:t>
            </a:r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further the bar can bend before it breaks; it does not depend on the loading speed, so it is comparable across bars.
</a:t>
            </a:r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Leave-one-specimen-out (the test):  </a:t>
            </a:r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three bars, test on the fourth the model has never seen, then rotate. This is the honest measure of accuracy on a new bar.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classical baselines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17320"/>
            <a:ext cx="5577840" cy="484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55448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(LightGBM) with a linear-regression floor.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and tested entirely under leave-one-specimen-out.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track the falling line to failure on every held-out bar.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42062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1.51 mm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4983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deflection-to-failure error (LightGBM)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sequence models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554480"/>
            <a:ext cx="548640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55448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TCN and LSTM networks with five physics-aware augmentations.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sequence model: LSTM at 1.49 mm, essentially level with the baseline.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reached the 15 percent improvement target.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four bars, gradient-boosted trees remain competitive, as expected.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uncertainty calibration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554480"/>
            <a:ext cx="438912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5544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a range (10th to 90th percentile), not a single number.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one bar the deflection to failure is almost fixed, so the raw range came out too narrow and over-confident.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conformal correction widens the bound until its stated 90% coverage actually holds.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44805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</a:t>
            </a:r>
            <a:pPr algn="l" indent="0" marL="0">
              <a:buNone/>
            </a:pPr>
            <a:r>
              <a:rPr lang="en-US" sz="2600" dirty="0">
                <a:solidFill>
                  <a:srgbClr val="C97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94360" y="5212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the 90% bound, before and after calibration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early-warning alarm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371600"/>
            <a:ext cx="566928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463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held-out bar, the alarm fires before failure, with no false alarms.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94360" y="2651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3429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377440" y="2651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377440" y="3429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60520" y="2651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7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160520" y="3429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warning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420624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point: raise the alarm when the conservative deflection-to-failure bound stays below 5 mm for 3 samples in a row.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and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on a new bar, in real time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signal: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+ deflection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54680" y="182880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66160" y="18288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8288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features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(past only)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82880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46520" y="18288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288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15400" y="182880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326880" y="18288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14" name="Text 12"/>
          <p:cNvSpPr/>
          <p:nvPr/>
        </p:nvSpPr>
        <p:spPr>
          <a:xfrm>
            <a:off x="9464040" y="18288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to failure,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warning in seconds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only the past, so it can run while the bar is still being loaded.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the accuracy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416052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new bar to failure: its load peak fixes the true remaining deflection at every instant.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prediction against that truth, giving the average error in mm, exactly as measured on the four bars.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bar is one more independent test; today's honest estimate is the leave-one-out error of about 1.5 mm.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a new bar: 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predict UTM=newbar.xls SM=newbar.csv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four bars, so every reported number has a wide confidence band.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loading rates and an eightfold baseline-resistance spread remain real confounds.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two-wire measurement includes contact resistance.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material and one geometry: the results do not yet generalise further.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5448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reads the resistance signal predicts the deflection to failure of an unseen bar to about 1.5 mm.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conformally-calibrated alarm warns before failure on every held-out bar, about 74 seconds ahead, with no false alarms.</a:t>
            </a:r>
            <a:pPr algn="l"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 did not beat the simpler trees, an honest reflection of having only four bars.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429768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42976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step.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more bars, ideally with a four-wire measurement, to tighten every estimate and give the sequence models a fair chance.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Kumar  |  AE22B048  |  Department of Aerospace Engineering, IIT Madras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report:  github.com/PriyanshuKumar9798/self-sensing-gfrp-cnt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Indian Institute of Technology Madras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Self-Sensing GFRP/CNT Composites under Flexural Loading</dc:title>
  <dc:subject>Failure forecasting from electrical resistance</dc:subject>
  <dc:creator>Priyanshu Kumar</dc:creator>
  <cp:lastModifiedBy>Priyanshu Kumar</cp:lastModifiedBy>
  <cp:revision>1</cp:revision>
  <dcterms:created xsi:type="dcterms:W3CDTF">2026-07-11T08:13:18Z</dcterms:created>
  <dcterms:modified xsi:type="dcterms:W3CDTF">2026-07-11T08:13:18Z</dcterms:modified>
</cp:coreProperties>
</file>